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0" y="457200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92640" y="676656"/>
            <a:ext cx="1280160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0" y="42062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MetaGPT  ·  Coding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008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Alex / RoleZero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自适应压缩机制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0A5FA"/>
                </a:solidFill>
                <a:latin typeface="Calibri"/>
                <a:ea typeface="Calibri"/>
              </a:rPr>
              <a:t>Adaptive Context Compression for Coding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6052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162A5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29768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0A5FA"/>
                </a:solidFill>
                <a:latin typeface="微软雅黑"/>
                <a:ea typeface="微软雅黑"/>
              </a:rPr>
              <a:t>● </a:t>
            </a:r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项目：MetaGPT 中 Coding Agent 的上下文记忆压缩优化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1">
                <a:solidFill>
                  <a:srgbClr val="60A5FA"/>
                </a:solidFill>
                <a:latin typeface="微软雅黑"/>
                <a:ea typeface="微软雅黑"/>
              </a:rPr>
              <a:t>● </a:t>
            </a:r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场景：Alex / RoleZero 多轮增量开发（observe-think-act）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1">
                <a:solidFill>
                  <a:srgbClr val="60A5FA"/>
                </a:solidFill>
                <a:latin typeface="微软雅黑"/>
                <a:ea typeface="微软雅黑"/>
              </a:rPr>
              <a:t>● </a:t>
            </a:r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问题：长上下文下 token 上升、构建失败、路由/接口遗忘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1">
                <a:solidFill>
                  <a:srgbClr val="60A5FA"/>
                </a:solidFill>
                <a:latin typeface="微软雅黑"/>
                <a:ea typeface="微软雅黑"/>
              </a:rPr>
              <a:t>● </a:t>
            </a:r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方案：只在需要时压缩 · 优先压缩可恢复内容 · 先温和后激进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92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0A5FA"/>
                </a:solidFill>
                <a:latin typeface="微软雅黑"/>
                <a:ea typeface="微软雅黑"/>
              </a:rPr>
              <a:t>上下文压缩 · 模块化优化 · 工程实践汇报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0A5FA"/>
                </a:solidFill>
                <a:latin typeface="Calibri"/>
                <a:ea typeface="Calibr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1. 背景：项目和旧方案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MetaGPT Coding Agent · Alex / RoleZero 多轮增量开发场景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01 · 背景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53212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9696"/>
            <a:ext cx="49834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dirty="0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 dirty="0" err="1">
                <a:solidFill>
                  <a:srgbClr val="1E3A8A"/>
                </a:solidFill>
                <a:latin typeface="微软雅黑"/>
                <a:ea typeface="微软雅黑"/>
              </a:rPr>
              <a:t>项目：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MetaGPT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 中 Coding Agent 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的上下文记忆压缩优化，具体落在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 Alex / 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RoleZero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的多轮增量开发场景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200" b="1" dirty="0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 dirty="0" err="1">
                <a:solidFill>
                  <a:srgbClr val="1E3A8A"/>
                </a:solidFill>
                <a:latin typeface="微软雅黑"/>
                <a:ea typeface="微软雅黑"/>
              </a:rPr>
              <a:t>任务循环：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Agent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在工程任务中反复经历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 observe → think → 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act：读需求、调用工具、写代码、跑构建、看报错、再修复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200" b="1" dirty="0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 dirty="0" err="1">
                <a:solidFill>
                  <a:srgbClr val="1E3A8A"/>
                </a:solidFill>
                <a:latin typeface="微软雅黑"/>
                <a:ea typeface="微软雅黑"/>
              </a:rPr>
              <a:t>天然积累：</a:t>
            </a:r>
            <a:r>
              <a:rPr sz="1200" dirty="0" err="1">
                <a:solidFill>
                  <a:srgbClr val="1E293B"/>
                </a:solidFill>
                <a:latin typeface="微软雅黑"/>
                <a:ea typeface="微软雅黑"/>
              </a:rPr>
              <a:t>这类任务会持续堆积长上下文，尤其是代码块、构建日志、搜索结果、工具输出和历史总结</a:t>
            </a:r>
            <a:r>
              <a:rPr sz="120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27632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627632"/>
            <a:ext cx="73152" cy="2194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647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接手时的基线方案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9696"/>
            <a:ext cx="4983480" cy="10061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00" b="0" dirty="0">
                <a:solidFill>
                  <a:srgbClr val="1E293B"/>
                </a:solidFill>
                <a:latin typeface="微软雅黑"/>
                <a:ea typeface="微软雅黑"/>
              </a:rPr>
              <a:t>更像一个简单的压缩记忆：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当</a:t>
            </a:r>
            <a:r>
              <a:rPr sz="1200" b="1" dirty="0" err="1">
                <a:solidFill>
                  <a:srgbClr val="1E293B"/>
                </a:solidFill>
                <a:latin typeface="微软雅黑"/>
                <a:ea typeface="微软雅黑"/>
              </a:rPr>
              <a:t>消息数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或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1" dirty="0">
                <a:solidFill>
                  <a:srgbClr val="1E293B"/>
                </a:solidFill>
                <a:latin typeface="微软雅黑"/>
                <a:ea typeface="微软雅黑"/>
              </a:rPr>
              <a:t>token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达到阈值时，把较老的消息摘要</a:t>
            </a:r>
            <a:r>
              <a:rPr lang="zh-CN" altLang="en-US" sz="1200" b="0" dirty="0">
                <a:solidFill>
                  <a:srgbClr val="1E293B"/>
                </a:solidFill>
                <a:latin typeface="微软雅黑"/>
                <a:ea typeface="微软雅黑"/>
              </a:rPr>
              <a:t>掉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，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只保留最近若干条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0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它能防止上下文直接爆掉，但它不太理解「</a:t>
            </a:r>
            <a:r>
              <a:rPr sz="1200" b="1" dirty="0" err="1">
                <a:solidFill>
                  <a:srgbClr val="1E293B"/>
                </a:solidFill>
                <a:latin typeface="微软雅黑"/>
                <a:ea typeface="微软雅黑"/>
              </a:rPr>
              <a:t>哪类消息最值得压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」「</a:t>
            </a:r>
            <a:r>
              <a:rPr sz="1200" b="1" dirty="0" err="1">
                <a:solidFill>
                  <a:srgbClr val="1E293B"/>
                </a:solidFill>
                <a:latin typeface="微软雅黑"/>
                <a:ea typeface="微软雅黑"/>
              </a:rPr>
              <a:t>哪些文件不能压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」「</a:t>
            </a:r>
            <a:r>
              <a:rPr sz="1200" b="1" dirty="0" err="1">
                <a:solidFill>
                  <a:srgbClr val="1E293B"/>
                </a:solidFill>
                <a:latin typeface="微软雅黑"/>
                <a:ea typeface="微软雅黑"/>
              </a:rPr>
              <a:t>压缩后能不能恢复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913632"/>
            <a:ext cx="55321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3913632"/>
            <a:ext cx="73152" cy="2606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0507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复杂前端增量开发下的具体问题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25696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新需求要在已有页面基础上继续开发，Agent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既需要知道历史改过哪些文件，又需要知道接口契约、路由注册、状态流、错误修复记录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0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如果旧消息被粗粒度摘要，下一轮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Agent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很容易只记得「做过登录页」这种粗摘要，却忘了具体路由、函数签名或组件边界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2. 我发现的问题（1）· 压缩后效果变差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Token 成本上升只是表象，用户真正感受到的是 Agent 行为变差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02 · 问题诊断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2014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13258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8308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表面上看，问题是 token 成本上升、上下文窗口逼近上限。但用户真正感受到的是 Agent 行为变差：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前面做过的路由后面忘了，已经有的函数后面调用错了，旧文件被重写或覆盖，最终表现为构建失败、白屏或功能没接上。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420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发现了三个高频症状：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3063240"/>
          <a:ext cx="1120140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症状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用户侧表现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技术根因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丢失路由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新页面写完但没有正确注册，或者旧路由被遗忘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路由文件被摘要后，Agent 不知道当前路由表状态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调用幻觉函数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调用不存在的函数名或错误参数形式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接口契约在压缩中丢失，只剩模糊描述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重写旧文件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对已有文件改动时乱写，导致开发失败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旧文件结构和导出信息不可见，Agent 只能猜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440680"/>
            <a:ext cx="11201400" cy="10515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7706"/>
                </a:solidFill>
                <a:latin typeface="微软雅黑"/>
                <a:ea typeface="微软雅黑"/>
              </a:rPr>
              <a:t>⚠ 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10835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Consolas"/>
                <a:ea typeface="Consolas"/>
              </a:rPr>
              <a:t>症状「丢失路由」触发的前端运行时告警：
    ▲ No routes matched location "/audit"  ·  Show router-link list frames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2. 我发现的问题（2）· 不区分可恢复细节与决策依据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很多 token 其实是可恢复的细节，旧机制把它们当普通对话内容塞进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02 · 问题诊断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303520" cy="19072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190723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rgbClr val="1E3A8A"/>
                </a:solidFill>
                <a:latin typeface="微软雅黑"/>
                <a:ea typeface="微软雅黑"/>
              </a:rPr>
              <a:t>观察</a:t>
            </a:r>
            <a:r>
              <a:rPr sz="1600" b="1" dirty="0">
                <a:solidFill>
                  <a:srgbClr val="1E3A8A"/>
                </a:solidFill>
                <a:latin typeface="微软雅黑"/>
                <a:ea typeface="微软雅黑"/>
              </a:rPr>
              <a:t> trace </a:t>
            </a:r>
            <a:r>
              <a:rPr sz="1600" b="1" dirty="0" err="1">
                <a:solidFill>
                  <a:srgbClr val="1E3A8A"/>
                </a:solidFill>
                <a:latin typeface="微软雅黑"/>
                <a:ea typeface="微软雅黑"/>
              </a:rPr>
              <a:t>时发现</a:t>
            </a:r>
            <a:endParaRPr sz="1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8" y="2139696"/>
            <a:ext cx="4754880" cy="1127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很多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token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其实是可恢复的细节。例如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Editor.write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生成的完整代码已经</a:t>
            </a:r>
            <a:r>
              <a:rPr lang="zh-CN" altLang="en-US" sz="1300" b="0" dirty="0">
                <a:solidFill>
                  <a:srgbClr val="1E293B"/>
                </a:solidFill>
                <a:latin typeface="微软雅黑"/>
                <a:ea typeface="微软雅黑"/>
              </a:rPr>
              <a:t>写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入磁盘，后续需要可以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Editor.read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(path)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重新读取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但旧机制会把这些代码正文当成普通对话内容塞进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Memory，导致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Memory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被低价值、高体积内容占满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1032" y="1627632"/>
            <a:ext cx="573328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71032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764792"/>
            <a:ext cx="5184648" cy="244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 err="1">
                <a:solidFill>
                  <a:srgbClr val="1E3A8A"/>
                </a:solidFill>
                <a:latin typeface="微软雅黑"/>
                <a:ea typeface="微软雅黑"/>
              </a:rPr>
              <a:t>一个前期电商网站</a:t>
            </a:r>
            <a:r>
              <a:rPr sz="1400" b="1" dirty="0">
                <a:solidFill>
                  <a:srgbClr val="1E3A8A"/>
                </a:solidFill>
                <a:latin typeface="微软雅黑"/>
                <a:ea typeface="微软雅黑"/>
              </a:rPr>
              <a:t> log </a:t>
            </a:r>
            <a:r>
              <a:rPr sz="1400" b="1" dirty="0" err="1">
                <a:solidFill>
                  <a:srgbClr val="1E3A8A"/>
                </a:solidFill>
                <a:latin typeface="微软雅黑"/>
                <a:ea typeface="微软雅黑"/>
              </a:rPr>
              <a:t>很典型</a:t>
            </a:r>
            <a:endParaRPr sz="14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27225"/>
              </p:ext>
            </p:extLst>
          </p:nvPr>
        </p:nvGraphicFramePr>
        <p:xfrm>
          <a:off x="6199632" y="2194560"/>
          <a:ext cx="527608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压缩阶段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总量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 token 大户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第一次压缩前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31 条消息，50,334 tokens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Editor.write 核心代码约 18,629 tokens，占 37%；页面文件约 5,609 tokens，占 11%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第二次压缩前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31 条消息，29,817 tokens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Competitors.tsx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 约 7,628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tokens，占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 52%；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About.tsx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 约 4,469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tokens，占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 31%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18660" y="3949717"/>
            <a:ext cx="5276088" cy="14173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540" y="4041157"/>
            <a:ext cx="4937760" cy="209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59669"/>
                </a:solidFill>
                <a:latin typeface="微软雅黑"/>
                <a:ea typeface="微软雅黑"/>
              </a:rPr>
              <a:t>💡 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540" y="4315477"/>
            <a:ext cx="4937760" cy="48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占用最大体积的并不是「决策依据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」，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而是「已经落盘的代码正文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」。</a:t>
            </a:r>
          </a:p>
          <a:p>
            <a:pPr algn="l">
              <a:lnSpc>
                <a:spcPct val="140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这种内容应当用引用代替，不应该占用有限的上下文窗口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2. 我发现的问题（3）·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过早</a:t>
            </a: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 Summary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造成不可逆损失</a:t>
            </a:r>
            <a:endParaRPr sz="2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Summary 是不可逆的，但「出现得早」≠「后面不再重要」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02 · 问题诊断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201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2468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rgbClr val="1E3A8A"/>
                </a:solidFill>
                <a:latin typeface="微软雅黑"/>
                <a:ea typeface="微软雅黑"/>
              </a:rPr>
              <a:t>问题</a:t>
            </a:r>
            <a:r>
              <a:rPr sz="1600" b="1" dirty="0">
                <a:solidFill>
                  <a:srgbClr val="1E3A8A"/>
                </a:solidFill>
                <a:latin typeface="微软雅黑"/>
                <a:ea typeface="微软雅黑"/>
              </a:rPr>
              <a:t> 3：过早 Summary </a:t>
            </a:r>
            <a:r>
              <a:rPr sz="1600" b="1" dirty="0" err="1">
                <a:solidFill>
                  <a:srgbClr val="1E3A8A"/>
                </a:solidFill>
                <a:latin typeface="微软雅黑"/>
                <a:ea typeface="微软雅黑"/>
              </a:rPr>
              <a:t>造成不可逆损失</a:t>
            </a:r>
            <a:endParaRPr sz="1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8" y="2157984"/>
            <a:ext cx="106984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旧方案把老消息直接摘要。问题是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Summary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是不可逆的，原始消息一旦被合成一段摘要，具体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trace、错误栈、函数参数、工具使用细节就很难恢复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0000"/>
              </a:lnSpc>
            </a:pPr>
            <a:endParaRPr sz="1300" b="0" dirty="0">
              <a:solidFill>
                <a:srgbClr val="1E293B"/>
              </a:solidFill>
              <a:latin typeface="微软雅黑"/>
              <a:ea typeface="微软雅黑"/>
            </a:endParaRPr>
          </a:p>
          <a:p>
            <a:pPr algn="l">
              <a:lnSpc>
                <a:spcPct val="140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并且这并不符合业务直觉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——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并不是说一条消息很早出现就代表它后面会越来越不重要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11201400" cy="23317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206240"/>
            <a:ext cx="73152" cy="2331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434340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📌 举例：前端开发场景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736592"/>
            <a:ext cx="10698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确定是前端开发场景后，Agent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会先用工具把前端的开发准则以及模板拷贝到工作区，然后再阅读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README，这是很前置的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这套消息会很早出现在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Agent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的上下文中，但它却至关重要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——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因为它告诉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 Agent </a:t>
            </a: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如何使用这个脚手架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300" b="0" dirty="0" err="1">
                <a:solidFill>
                  <a:srgbClr val="1E293B"/>
                </a:solidFill>
                <a:latin typeface="微软雅黑"/>
                <a:ea typeface="微软雅黑"/>
              </a:rPr>
              <a:t>因此这套消息就不应该过早被压缩，甚至根本不应该被压缩</a:t>
            </a:r>
            <a:r>
              <a:rPr sz="13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2.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我发现的问题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Memory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带来的启发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在动手做方案之前，先把 Memory 实际在做什么看清楚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03 · 调研与思考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297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① Editor.write 直接进入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67712"/>
            <a:ext cx="3227832" cy="104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完整代码正文被当作普通对话内容塞进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Memory。</a:t>
            </a:r>
          </a:p>
          <a:p>
            <a:pPr algn="l">
              <a:lnSpc>
                <a:spcPct val="145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这些内容已经落盘，理论上可通过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Editor.read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恢复，不必持续占用上下文窗口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627632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627632"/>
            <a:ext cx="73152" cy="4297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7647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② 工具调用 &amp; 返回结果占比不高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67712"/>
            <a:ext cx="3264408" cy="104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通过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full compact 等 summary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方式难以获得好的效果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工具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I/O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的体量本身并不是主要矛盾，真正的瓶颈是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Editor.write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微软雅黑"/>
                <a:ea typeface="微软雅黑"/>
              </a:rPr>
              <a:t>等可恢复内容挤占了窗口</a:t>
            </a:r>
            <a:r>
              <a:rPr sz="1200" b="0" dirty="0">
                <a:solidFill>
                  <a:srgbClr val="1E293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627632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5864" y="1627632"/>
            <a:ext cx="73152" cy="4297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7647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③ 工具调度信息过少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267712"/>
            <a:ext cx="3108960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压缩后只保留了非常精练的信息：用户意图、修改/保存的文件、任务执行状态以及一段总结。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缺少关键决策描述、工具使用记录、错误与解决方法。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3.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我的思考</a:t>
            </a: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 ·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相关工作</a:t>
            </a:r>
            <a:endParaRPr sz="2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现有代表性实践提供了几条不同的工程路线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03 · 调研与思考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Manus · 三类动作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96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把上下文管理拆成三类动作：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51460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Reduce：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把旧信息压缩成引用或短摘要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Offload：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把大段工具输出和资料沉到沙盒文件系统，作为外部记忆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Isolate：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用子代理隔离不同任务的上下文，减少相互干扰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4434840"/>
            <a:ext cx="4937760" cy="1920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526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💡 核心思想：可恢复压缩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对话里优先保留「引用 + 小摘要」，需要细节时再通过文件路径、URL 或任务 ID 回取，而不是把所有内容都硬塞进对话历史。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总体思路：隔离、摘要、沉淀。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27632"/>
            <a:ext cx="5559552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627632"/>
            <a:ext cx="73152" cy="4892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1764792"/>
            <a:ext cx="5010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Claude Code · 四个机制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39696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MicroCompact：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在发送请求前对长工具返回值做替换，但保留最近几轮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Session Memory：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异步检查 token 增长，增量更新一个 summary.md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Auto Memory：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进行长期记忆提取，并渐进式加载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Auto Dream：</a:t>
            </a:r>
            <a:r>
              <a:rPr sz="1200">
                <a:solidFill>
                  <a:srgbClr val="1E293B"/>
                </a:solidFill>
                <a:latin typeface="微软雅黑"/>
                <a:ea typeface="微软雅黑"/>
              </a:rPr>
              <a:t>实现记忆整理（Dream 模式）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983480"/>
            <a:ext cx="5029200" cy="1417320"/>
          </a:xfrm>
          <a:prstGeom prst="roundRect">
            <a:avLst>
              <a:gd name="adj" fmla="val 5000"/>
            </a:avLst>
          </a:prstGeom>
          <a:solidFill>
            <a:srgbClr val="F3E8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50749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C3AED"/>
                </a:solidFill>
                <a:latin typeface="微软雅黑"/>
                <a:ea typeface="微软雅黑"/>
              </a:rPr>
              <a:t>💡 与 Manus 的共通点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4924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MicroCompact 是可恢复压缩；AutoCompact 前对完整轨迹写盘也是可恢复压缩。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cc 的 full compact 本质是 summary，但会尽量避免走到这一步——说明压缩本身是风险最大的做法。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3. 我的思考 · 对方案的思考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结合 Manus 与 Claude Code 得到的 6 条设计原则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03 · 调研与思考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① token 比例触发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488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不用「消息数阈值」而用「token 占用」触发。20 条短计划可能只有几千 token，而 1 条 Editor.write 可能包含几百行代码。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27632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27632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7647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② 压缩阈值不可过早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1488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压缩本身要调用 LLM，会增加成本和延迟，且摘要必然有信息损失。上下文充足时尽量保留原始信息，临近风险区才付成本。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9544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09544"/>
            <a:ext cx="73152" cy="1463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34670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③ 优先压缩可恢复信息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73075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Editor.write 的完整代码已落盘，丢掉历史里的全文并不等于丢掉文件——Agent 可通过 Editor.read 重读。类似的还有 URL、参考资料等。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09544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209544"/>
            <a:ext cx="73152" cy="1463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34670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④ 对语义内容差异化提取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73075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代码、reasoning、工具返回结果结构不同，价值也不同；同一个通用摘要 Prompt 无法做好「价值保留」的压缩。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91456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91456"/>
            <a:ext cx="73152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492861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⑤ 必须保留最近几条上下文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312664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ReAct Agent 的下一步高度依赖最近一两轮——刚才改了什么、工具返回什么错误、当前任务推进到哪里。无论如何压缩，最近几轮一定不能动。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91456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791456"/>
            <a:ext cx="73152" cy="1463040"/>
          </a:xfrm>
          <a:prstGeom prst="rect">
            <a:avLst/>
          </a:prstGeom>
          <a:solidFill>
            <a:srgbClr val="315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492861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⑥ 局部压缩优先，整体摘要兜底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312664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局部压缩信息损失小但释放空间有限；整体摘要释放快但风险高。CC 的 session memory（增量摘要而非全量）就是这种思路的体现。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080760"/>
            <a:ext cx="11201400" cy="5029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144768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▸ 代码：不重在内部实现，但要保留接口和路由    ·    ▸ reasoning：保留价值很大，且一般占用 token 较小    ·    ▸ 工具返回结果：有意义，特别是错误工具调用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解决方案</a:t>
            </a: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 ·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流程总览</a:t>
            </a:r>
            <a:endParaRPr sz="2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先看清整条压缩管线，再深入每个环节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40233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四条核心原则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57984"/>
            <a:ext cx="3474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只在需要时压缩：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每次 RoleZero._think() 前量 token，但只有使用率超过阈值才真正调用压缩 LLM。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优先压缩可恢复内容：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Editor.write 代码块、工具长输出、过时长推理可以压；用户需求、最近上下文、项目骨架文件不轻易压。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先温和、后激进：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先 Compaction，保留消息结构和恢复入口；当边际收益低于阈值，再 Summary。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压缩要服务下一步决策：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摘要不是写得短就行，还要保留路径、用途、导出、接口契约、关键决策、错误和下一步。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627632"/>
            <a:ext cx="7434072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6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1768" y="1764792"/>
            <a:ext cx="6885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完整压缩管线</a:t>
            </a:r>
          </a:p>
        </p:txBody>
      </p:sp>
      <p:pic>
        <p:nvPicPr>
          <p:cNvPr id="17" name="Picture 16" descr="p0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57984"/>
            <a:ext cx="7040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解决方案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·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触发层：在</a:t>
            </a: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 _think() </a:t>
            </a:r>
            <a:r>
              <a:rPr sz="2600" b="1" dirty="0" err="1">
                <a:solidFill>
                  <a:srgbClr val="1E3A8A"/>
                </a:solidFill>
                <a:latin typeface="微软雅黑"/>
                <a:ea typeface="微软雅黑"/>
              </a:rPr>
              <a:t>前透明插入</a:t>
            </a:r>
            <a:endParaRPr sz="2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把压缩入口放在 RoleZero._think() 开头——真正消耗上下文的就是 think 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640080" cy="201168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</a:rPr>
              <a:t>代码块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011680"/>
            <a:ext cx="515721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1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 if self.config.role_zero.enable_compressable_memory:</a:t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2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     await self.rc.memory.compress(</a:t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3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         extra_context=super()._get_prefix())</a:t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4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     memory = self.rc.memory.get(self.memory_k)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为什么？真正消耗上下文的是 think 阶段构造 LLM 请求，压缩放在这里最自然。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605272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764792"/>
            <a:ext cx="50566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默认参数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2194560"/>
          <a:ext cx="514807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max_context_tokens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128,000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模型上下文窗口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reserved_for_system_prompt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15,000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给 system prompt 预留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可用窗口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113,000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128,000 - 15,000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compression_threshold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0.8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使用率达到 80% 触发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触发 token 量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约 90,400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113,000 × 0.8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target_after_compression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0.50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压到 50% 左右就早停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protected_recent_messages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Compaction 最近 8 条不压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min_compression_ratio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0.08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压缩率低于 8% 切 Summary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compress_model_name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gpt-4o-mini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用轻量模型做压缩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解决方案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· </a:t>
            </a:r>
            <a:r>
              <a:rPr sz="2600" b="1" dirty="0">
                <a:solidFill>
                  <a:srgbClr val="1E3A8A"/>
                </a:solidFill>
                <a:latin typeface="微软雅黑"/>
                <a:ea typeface="微软雅黑"/>
              </a:rPr>
              <a:t>Compaction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内容级压缩，不改变消息条数，只替换消息内部的大块内容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11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53212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Compaction 流程（5 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9696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1. 拆分： 把 buffer 拆成可压缩区和保护区，最近 8 条消息原样保留。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980944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2. 打分： 对可压缩区每条消息计算可压缩性分数。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822192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3. 排序： 候选消息按分数和长度排序，优先压最划算的消息。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66344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4. 早停： 每压完一条重新计算使用率，低于 50% 就停止（保留信息为前提）。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50468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5. 兜底： 整体压缩率 &lt; 8% 则进入 Summary；说明这部分信息已膨胀到只能有损压缩。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627632"/>
            <a:ext cx="555040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64792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三类主要压缩产物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28232" y="2139696"/>
          <a:ext cx="509320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原始内容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压缩产物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保留什么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Editor.write 代码块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[FILE_WRITTEN: path] 或
&lt;compressed path="..."&gt;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文件路径、用途、主要导出、函数签名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assistant 长推理文本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[AI Reasoning Compressed]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决策要点、状态流、不变量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工具长输出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[Compressed] 或
&lt;tool_compressed&gt;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运行结果、关键错误、产物大小、耗时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28232" y="5349240"/>
            <a:ext cx="50932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提示：产物保留「下一步决策」真正需要的字段，而不是写得越短越好。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解决方案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· Compaction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SchedulePublish.tsx 与 AI Reasoning 的压缩前后对比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① 代码块压缩：SchedulePublish.tsx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96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原始消息中是完整 Editor.write 代码块，压缩后只保留：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2606040"/>
            <a:ext cx="4937760" cy="2926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" y="2715768"/>
            <a:ext cx="640080" cy="201168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71576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</a:rPr>
              <a:t>压缩后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90088"/>
            <a:ext cx="4608576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1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[FILE_WRITTEN: shadcn-ui/src/pages/SchedulePublish.tsx]</a:t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2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Purpose: Schedule publishing page with conflict detection</a:t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3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Exports: SchedulePublish(): JSX.Element</a:t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</a:rPr>
              <a:t>4 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</a:rPr>
              <a:t>  [/FILE_WRITTEN]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66928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不保留内部实现细节，只保留路径、用途、导出与签名——Agent 真要细节可以用 Editor.read(path)。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1627632"/>
            <a:ext cx="559612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53912" y="1627632"/>
            <a:ext cx="73152" cy="4892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76479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② AI 推理压缩：智能排班第二轮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3969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75569"/>
                </a:solidFill>
                <a:latin typeface="微软雅黑"/>
                <a:ea typeface="微软雅黑"/>
              </a:rPr>
              <a:t>原始内容（节选）：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423160"/>
            <a:ext cx="5029200" cy="1554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83680" y="2532888"/>
            <a:ext cx="640080" cy="201168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53288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</a:rPr>
              <a:t>原始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807208"/>
            <a:ext cx="470001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[Message] from Alex(Engineer) to Mike: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2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## 智能排班系统 - 第二轮开发完成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3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我已成功实现智能排班算法和排班发布流程，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4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以下是详细说明：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5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### 1. 自动排班算法设计思路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6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硬约束: 员工可用性、门店匹配、技能匹配、员工状态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7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软约束: 周工时限制、最小休息时间、连续工作天数、公平分配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8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60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59669"/>
                </a:solidFill>
                <a:latin typeface="微软雅黑"/>
                <a:ea typeface="微软雅黑"/>
              </a:rPr>
              <a:t>压缩后：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43484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83680" y="4544568"/>
            <a:ext cx="640080" cy="201168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54456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</a:rPr>
              <a:t>压缩后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818888"/>
            <a:ext cx="4700016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[AI Reasoning Compressed]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2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自动排班算法实现完成。硬约束：可用性/门店/技能/状态。软约束：工时/休息/连续天数/公平。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3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冲突类型6种 (duplicate_schedule, leave_conflict, etc.)，error级阻止发布，warning可确认后发布。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4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ScheduleTemplate 接口定义：id, name, locationId, departmentId?, description?,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5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   schedules[], createdBy, createdAt。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6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状态流：draft→published→confirmed, cancelled 分支。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7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不变量 1/4/5 已验证。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解决方案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· Compaction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pnpm install + build 的 3000+ 字符输出压缩为几行关键信息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原始内容（pnpm install + build，约 3000+ 字符）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2139696"/>
            <a:ext cx="4937760" cy="42976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2688" y="2249424"/>
            <a:ext cx="640080" cy="201168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4942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</a:rPr>
              <a:t>原始输出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23744"/>
            <a:ext cx="460857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Command Terminal.run executed: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2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[command]: cd .../shadcn-ui &amp;&amp; pnpm install &amp;&amp; pnpm run build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3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[command output]: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4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Lockfile is up to date, resolution step is skipped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5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Packages: +430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6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...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7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dependencies: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8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+ @hookform/resolvers 3.10.0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9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 + @radix-ui/react-accordion 1.2.11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10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... (60+ packages)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11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✓ 2574 modules transformed.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12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dist/index.html                   0.75 kB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13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dist/assets/index-JzM9oRp9.css   62.29 kB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14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dist/assets/index-C8P90rK6.js   487.42 kB</a:t>
            </a:r>
          </a:p>
          <a:p>
            <a:pPr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onsolas"/>
                <a:ea typeface="Consolas"/>
              </a:rPr>
              <a:t>15  </a:t>
            </a:r>
            <a:r>
              <a:rPr sz="900">
                <a:solidFill>
                  <a:srgbClr val="1E293B"/>
                </a:solidFill>
                <a:latin typeface="Consolas"/>
                <a:ea typeface="Consolas"/>
              </a:rPr>
              <a:t>  ✓ built in 4.21s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627632"/>
            <a:ext cx="559612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1627632"/>
            <a:ext cx="73152" cy="4892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76479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压缩后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39696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0" y="2249424"/>
            <a:ext cx="640080" cy="201168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224942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</a:rPr>
              <a:t>压缩产物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523744"/>
            <a:ext cx="470001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Consolas"/>
                <a:ea typeface="Consolas"/>
              </a:rPr>
              <a:t>1  </a:t>
            </a:r>
            <a:r>
              <a:rPr sz="1000">
                <a:solidFill>
                  <a:srgbClr val="1E293B"/>
                </a:solidFill>
                <a:latin typeface="Consolas"/>
                <a:ea typeface="Consolas"/>
              </a:rPr>
              <a:t>  [Compressed] pnpm install 完成 (+430 packages)，</a:t>
            </a:r>
          </a:p>
          <a:p>
            <a:pPr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Consolas"/>
                <a:ea typeface="Consolas"/>
              </a:rPr>
              <a:t>2  </a:t>
            </a:r>
            <a:r>
              <a:rPr sz="1000">
                <a:solidFill>
                  <a:srgbClr val="1E293B"/>
                </a:solidFill>
                <a:latin typeface="Consolas"/>
                <a:ea typeface="Consolas"/>
              </a:rPr>
              <a:t>      pnpm run build 成功。</a:t>
            </a:r>
          </a:p>
          <a:p>
            <a:pPr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Consolas"/>
                <a:ea typeface="Consolas"/>
              </a:rPr>
              <a:t>3  </a:t>
            </a:r>
            <a:r>
              <a:rPr sz="1000">
                <a:solidFill>
                  <a:srgbClr val="1E293B"/>
                </a:solidFill>
                <a:latin typeface="Consolas"/>
                <a:ea typeface="Consolas"/>
              </a:rPr>
              <a:t>  dist: index.html 0.75kB, index.css 62.29kB, index.js 487.42kB。</a:t>
            </a:r>
          </a:p>
          <a:p>
            <a:pPr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Consolas"/>
                <a:ea typeface="Consolas"/>
              </a:rPr>
              <a:t>4  </a:t>
            </a:r>
            <a:r>
              <a:rPr sz="1000">
                <a:solidFill>
                  <a:srgbClr val="1E293B"/>
                </a:solidFill>
                <a:latin typeface="Consolas"/>
                <a:ea typeface="Consolas"/>
              </a:rPr>
              <a:t>  构建耗时 4.21s。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114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4224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59669"/>
                </a:solidFill>
                <a:latin typeface="微软雅黑"/>
                <a:ea typeface="微软雅黑"/>
              </a:rPr>
              <a:t>💡 提炼原则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5262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保留运行结果：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exit code、模块变换数、产物大小、构建耗时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保留关键信号：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异常告警、版本号、依赖变更范围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丢弃中间噪声：</a:t>
            </a:r>
            <a:r>
              <a:rPr sz="1100">
                <a:solidFill>
                  <a:srgbClr val="1E293B"/>
                </a:solidFill>
                <a:latin typeface="微软雅黑"/>
                <a:ea typeface="微软雅黑"/>
              </a:rPr>
              <a:t>60+ packages 的逐行列表、警告的展开栈、debug 信息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解决方案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Compaction 边际收益 &lt; 8% 时启用——把不可逆损失推迟到真的需要时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201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何时进入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57984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如果 Compaction 没找到候选，或者压缩率低于 8%，说明 buffer 里已经没有多少高密度内容可压。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此时再继续压单条消息，收益很低，反而会多花小模型调用。于是系统进入 Summary。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27248"/>
            <a:ext cx="54864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127248"/>
            <a:ext cx="73152" cy="3383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2644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Summary 的 4 步策略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21024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保护范围扩大到最近 16 条。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已有历史 Summary 则作为 prev_summary 输入，做增量摘要。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把更早的旧消息合并为一条 [SUMMARY of N messages]。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Summary 必须包含：用户需求、项目背景、文件修改、API Contracts、关键决策、完成任务、未解决问题和下一步。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27248"/>
            <a:ext cx="54864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127248"/>
            <a:ext cx="73152" cy="33832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32644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设计本质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6576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Summary 会丢原文，所以不能一开始就用；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但当 Compaction 边际收益下降时，Summary 是必要兜底。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5074920"/>
            <a:ext cx="5029200" cy="13258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517550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59669"/>
                </a:solidFill>
                <a:latin typeface="微软雅黑"/>
                <a:ea typeface="微软雅黑"/>
              </a:rPr>
              <a:t>📌 把不可逆损失推迟到真的需要时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864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Compaction 优先是因为它能保留消息结构；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Summary 是「破窗」工具，要用得晚、用得准。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解决方案 </a:t>
            </a:r>
            <a:r>
              <a:rPr lang="en-US" altLang="zh-CN" sz="2600" b="1" dirty="0">
                <a:solidFill>
                  <a:srgbClr val="1E3A8A"/>
                </a:solidFill>
                <a:latin typeface="微软雅黑"/>
                <a:ea typeface="微软雅黑"/>
              </a:rPr>
              <a:t>· </a:t>
            </a:r>
            <a:r>
              <a:rPr lang="zh-CN" altLang="en-US" sz="2600" b="1" dirty="0">
                <a:solidFill>
                  <a:srgbClr val="1E3A8A"/>
                </a:solidFill>
                <a:latin typeface="微软雅黑"/>
                <a:ea typeface="微软雅黑"/>
              </a:rPr>
              <a:t>保护机制</a:t>
            </a:r>
            <a:endParaRPr lang="en-US" altLang="zh-CN" sz="2600" b="1" dirty="0">
              <a:solidFill>
                <a:srgbClr val="1E3A8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让「当下正在做什么」不被污染；让骨架文件不会丢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04 · 方案设计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53212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第一类 · 时间保护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12848"/>
            <a:ext cx="4983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Compaction 中：</a:t>
            </a:r>
            <a:r>
              <a:rPr sz="1300">
                <a:solidFill>
                  <a:srgbClr val="1E293B"/>
                </a:solidFill>
                <a:latin typeface="微软雅黑"/>
                <a:ea typeface="微软雅黑"/>
              </a:rPr>
              <a:t>最近 8 条消息不动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 </a:t>
            </a: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Summary 中：</a:t>
            </a:r>
            <a:r>
              <a:rPr sz="1300">
                <a:solidFill>
                  <a:srgbClr val="1E293B"/>
                </a:solidFill>
                <a:latin typeface="微软雅黑"/>
                <a:ea typeface="微软雅黑"/>
              </a:rPr>
              <a:t>最近 16 条消息不动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611880"/>
            <a:ext cx="4983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保证「当下正在做什么」不被摘要污染。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1E293B"/>
              </a:solidFill>
              <a:latin typeface="微软雅黑"/>
              <a:ea typeface="微软雅黑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ReAct Agent 的下一步高度依赖最近一两轮——刚才改了什么、工具返回什么错误、当前任务推进到哪里。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1E293B"/>
              </a:solidFill>
              <a:latin typeface="微软雅黑"/>
              <a:ea typeface="微软雅黑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无论压缩策略如何变化，最近几轮的消息一定不能动。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27632"/>
            <a:ext cx="5559552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27632"/>
            <a:ext cx="73152" cy="4892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764792"/>
            <a:ext cx="5010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第二类 · 文件保护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1284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下列骨架文件不压缩：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26060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6060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todo.md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26060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0" y="26060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README.md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26060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00032" y="26060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requirements.txt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30632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30632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App.tsx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0632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0" y="30632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Layout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0032" y="30632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30632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25196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这些文件对后续写页面、接路由、判断项目结构非常关键。一旦摘要粗了，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Agent 很容易丢路由或重复创建。</a:t>
            </a:r>
          </a:p>
          <a:p>
            <a:pPr algn="l">
              <a:lnSpc>
                <a:spcPct val="150000"/>
              </a:lnSpc>
            </a:pPr>
            <a:endParaRPr sz="1200" b="0">
              <a:solidFill>
                <a:srgbClr val="1E293B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它们不一定最大，但骨架文件一旦丢失，后续决策会系统性变差。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5.1 总体实验结果 · 成本与完成度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可见：成本下降，开发完成度上升。阈值 0.8 是更合理的折中点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05 · 实验结果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表 1 · 平均单轮增量开发指标对比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993392"/>
          <a:ext cx="112014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平均单轮增量开发成本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平均单轮增量开发完成度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baseline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1.84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1.56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压缩阈值 0.6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1.24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1.56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压缩阈值 0.8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1.72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1.88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3383280"/>
            <a:ext cx="11201400" cy="6400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447288"/>
            <a:ext cx="10835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增量开发完成度定义：通过自有 Evaluator 测试，对前端 case，新附加的能力在 GUI 测试上的需求成功比，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也即：成功的需求数 / 总需求数。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3A8A"/>
                </a:solidFill>
                <a:latin typeface="微软雅黑"/>
                <a:ea typeface="微软雅黑"/>
              </a:rPr>
              <a:t>📊 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11201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0.6 的确更省成本，但完成度没有提升，说明过早压缩可能没有带来更好的任务质量；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微软雅黑"/>
                <a:ea typeface="微软雅黑"/>
              </a:rPr>
              <a:t>0.8 的成本略低于 baseline，同时完成度明显更高，是更合理的折中点。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13248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微软雅黑"/>
                <a:ea typeface="微软雅黑"/>
              </a:rPr>
              <a:t>表 2 · 更细的 case 数据（Cost ↓ / Score ↑）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5779008"/>
          <a:ext cx="1120140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Case 1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Case 2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Case 3</a:t>
                      </a:r>
                    </a:p>
                  </a:txBody>
                  <a:tcPr marL="45720" marR="45720" marT="36576" marB="36576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baseline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1.44 / Score 1.6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1.73 / Score 1.4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1.94 / Score 1.5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阈值 0.6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0.96 / Score 1.4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1.26 / Score 1.8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1.45 / Score 2</a:t>
                      </a:r>
                    </a:p>
                  </a:txBody>
                  <a:tcPr marL="45720" marR="45720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阈值 0.8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1.47 / Score 1.83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1.62 / Score 2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Cost 2.08 / Score 1.83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5.2 压缩效果观察 · Token Buffer 变化图（Case 3 / 阈值 0.8）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6 轮增量的完整生命周期，触达 80% 阈值即触发压缩事件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05 · 实验结果</a:t>
            </a:r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632"/>
            <a:ext cx="868680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53212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X 轴：交互序列（按时间排列的轮次检查点）  ·  Y 轴：Buffer 使用率（0–100%）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整段覆盖 Round 1–6：随交互增长的占用曲线 → 触及 80% 阈值触发压缩 → 回落到 50% 早停。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627632"/>
            <a:ext cx="237744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72600" y="1627632"/>
            <a:ext cx="73152" cy="4892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65208" y="17647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19456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D97706"/>
                </a:solidFill>
                <a:latin typeface="微软雅黑"/>
                <a:ea typeface="微软雅黑"/>
              </a:rPr>
              <a:t>🟧 80%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触发压缩的临界点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0175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B82F6"/>
                </a:solidFill>
                <a:latin typeface="微软雅黑"/>
                <a:ea typeface="微软雅黑"/>
              </a:rPr>
              <a:t>🟦 50%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291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压缩后达到的期望水平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8404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DC2626"/>
                </a:solidFill>
                <a:latin typeface="微软雅黑"/>
                <a:ea typeface="微软雅黑"/>
              </a:rPr>
              <a:t>🔻 Compression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1148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压缩开始时的使用率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46634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59669"/>
                </a:solidFill>
                <a:latin typeface="微软雅黑"/>
                <a:ea typeface="微软雅黑"/>
              </a:rPr>
              <a:t>🔺 Compression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9377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压缩结束时的使用率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54864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75569"/>
                </a:solidFill>
                <a:latin typeface="微软雅黑"/>
                <a:ea typeface="微软雅黑"/>
              </a:rPr>
              <a:t>📉 Compression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5760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压缩比例标注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5.2 压缩效果观察 · 压缩比 vs 累积次数 · 压缩内容分布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压缩效果随轮数增长成反相关 · Editor.write 与 Tool result 是优化关键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05 · 实验结果</a:t>
            </a:r>
          </a:p>
        </p:txBody>
      </p:sp>
      <p:pic>
        <p:nvPicPr>
          <p:cNvPr id="10" name="Picture 9" descr="p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632"/>
            <a:ext cx="585216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892040"/>
            <a:ext cx="58521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🔻 压缩效果随轮数增长成反相关。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随着轮次增长，靠「信息损失较小的操作」已经无法带来足够的上下文窗口释放，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不可避免地转向有损压缩。</a:t>
            </a:r>
          </a:p>
        </p:txBody>
      </p:sp>
      <p:pic>
        <p:nvPicPr>
          <p:cNvPr id="12" name="Picture 11" descr="p1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303520" cy="2834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452628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📊 六轮总共压缩内容的类型分布：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    ● Editor.write 是 buffer 优化的关键内容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    ● Tool result 紧随其后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    ● 这个观察与 Manus、Claude 的结论一致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5.2 整体压缩过程可视化 · workforce_scheduling_v1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复杂前端页面增量开发效果得到一定提升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05 · 实验结果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在新的压缩机制之下，复复杂前端页面增量开发效果得到一定提升。下方两张图分别从「6 轮摘要」和「Buffer Memory 时序」两个角度展示整个压缩过程。</a:t>
            </a:r>
          </a:p>
        </p:txBody>
      </p:sp>
      <p:pic>
        <p:nvPicPr>
          <p:cNvPr id="11" name="Picture 10" descr="p1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5577840" cy="3657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89788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📊 Buffer Compression Analysis: Round 1–6 Summary</a:t>
            </a:r>
          </a:p>
        </p:txBody>
      </p:sp>
      <p:pic>
        <p:nvPicPr>
          <p:cNvPr id="13" name="Picture 12" descr="p1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94560"/>
            <a:ext cx="553212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532120"/>
            <a:ext cx="5532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📊 Alex's Buffer Memory Management：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3A8A"/>
                </a:solidFill>
                <a:latin typeface="微软雅黑"/>
                <a:ea typeface="微软雅黑"/>
              </a:rPr>
              <a:t>   COMPACTION（token 压缩）vs SUMMARY（消息摘要）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3A8A"/>
                </a:solidFill>
                <a:latin typeface="微软雅黑"/>
                <a:ea typeface="微软雅黑"/>
              </a:rPr>
              <a:t>5.3 / 总结 · 为什么不选择 0.6？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压缩触发频次过高，反而带来时间成本与体验风险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64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20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64008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MODULE 05 · 实验结果 &amp; 总结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53212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73152" cy="4892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为什么不选 0.6？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12848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当我们选择压缩阈值为 0.6 时，压缩视图如右图所示：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buffer 总量一直在压缩边界附近，使得压缩操作被高频触发。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3749039"/>
            <a:ext cx="4983480" cy="25603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7706"/>
                </a:solidFill>
                <a:latin typeface="微软雅黑"/>
                <a:ea typeface="微软雅黑"/>
              </a:rPr>
              <a:t>⚠ 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46177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虽然任务能够被完成，但带来的时间成本会增加，对应的用户体验会存在下降的风险。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1E293B"/>
              </a:solidFill>
              <a:latin typeface="微软雅黑"/>
              <a:ea typeface="微软雅黑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所以我们还需要找到更合适的压缩阈值，使压缩频次触发时机必要且合理。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1E293B"/>
              </a:solidFill>
              <a:latin typeface="微软雅黑"/>
              <a:ea typeface="微软雅黑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实验结论：阈值 0.8 是更合适的折中点。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27632"/>
            <a:ext cx="5605272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27632"/>
            <a:ext cx="73152" cy="4892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764792"/>
            <a:ext cx="50566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8A"/>
                </a:solidFill>
                <a:latin typeface="微软雅黑"/>
                <a:ea typeface="微软雅黑"/>
              </a:rPr>
              <a:t>总结 · 核心要点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2128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212848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只在需要时压缩：token 使用率触发，避免无意义的 LLM 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05409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5409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优先压缩可恢复内容：Editor.write 已落盘，引用胜过原文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8953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895344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先温和后激进：Compaction 保留结构，Summary 仅在边际收益不足时介入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7365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73659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保护骨架与最近上下文：todo/README/App.tsx/Layout/router + 最近 8/16 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5778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B82F6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57784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阈值 0.8 是合理折中：成本下降、完成度提升，且避免 0.6 的高频触发副作用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2365</Words>
  <Application>Microsoft Office PowerPoint</Application>
  <PresentationFormat>宽屏</PresentationFormat>
  <Paragraphs>406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Nariyuki WL_</cp:lastModifiedBy>
  <cp:revision>3</cp:revision>
  <dcterms:created xsi:type="dcterms:W3CDTF">2013-01-27T09:14:16Z</dcterms:created>
  <dcterms:modified xsi:type="dcterms:W3CDTF">2026-09-03T15:40:09Z</dcterms:modified>
  <cp:category/>
</cp:coreProperties>
</file>